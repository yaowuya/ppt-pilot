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48E3E-99E5-B109-B647-8B7C561E1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6BAE2D-DEB6-A051-2221-E74F12129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3B8B1-39E3-3291-C9ED-EF4FA917B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1CDA0-AA3E-4DC4-4CA1-7F9BF447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283772-6E56-ED50-ACF8-C245E9D82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86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68969-846D-1BDB-8E60-4E5A916F2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9245B7-FBDD-2BDB-4E72-2C5323285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3F4E00-F50D-96BA-78B0-310C2EF4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9542BC-7A50-95F0-569F-6764D12E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8B62C8-7C7B-51A1-F53F-92B7A1DD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59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07F24-FD75-0055-DCD1-07B25294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86DB3D-72DF-649B-DC82-FDB3BE481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DBB4C-6C73-CFD1-E670-72477866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419128-EB30-D6A2-FF5C-8956F451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8F478E-5957-C1CB-26F0-B8829466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387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E89AB-0158-FAA7-91E9-D6198441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7E091D-2A19-FA91-DEF8-15E25645F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32101C-74F7-0EC8-EFA4-6DA786910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B1B052-C8DF-F425-F97D-5522B6BB0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558EFB-2441-C1B6-2770-0E37E832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DFB91A-1B8C-31DC-AF6F-59421F1A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228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670F6-F452-BCFA-F0C4-728E71BC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753615-3843-8B81-26C5-E04541BFF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4D1E3C-96BE-CA7E-8AE2-ADD72E7D9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3D91D3-2708-BCD9-B83C-4EB0B9ACD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69A771-CECA-2246-D5A1-B6ED02E51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DE0C09-1673-FAA3-33D8-3A368F86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09FBEA-3ACF-D8FF-76F2-490B28C6B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A0F284-4300-0629-621E-8DD6981C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58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2472D-D528-97F6-4E31-568A3D24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78AB4F-1B9D-361E-FDC7-0E874E951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2CD000-9D2F-6388-53E1-B3EEE647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4C1069-2181-BB03-25B4-D34A259E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49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DFDDA9-076E-198A-EDF8-6A788FAD1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DBFFDA-B025-317F-FA4C-C1179FEA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62F926-B370-DDAA-6813-15144B39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17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80BB9-310C-6E83-BD5A-94E4E02F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105DA-F6D3-B44B-0309-7845EEB11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83A0B7-971A-224A-85F4-2512C098B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BC2B19-5687-19F4-AF1E-CC19A325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6D3D88-2AA1-C7A1-00C0-5B9BE081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B21E57-CCEC-D785-66BD-548CF70C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00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F2579-73B4-AD88-0A5B-1716FCE7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E659DB-6B2B-0D62-1B59-6E732A64C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BEAB7F-B543-FF01-D2DC-27466FC6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C19989-397A-23BF-7B1B-D9017B63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5EE082-39D1-65BD-6D9B-3AE79D21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DFE25-2D16-F68F-9416-7CCB95E3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75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57852-1EF5-9FEB-987A-87DFA558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A3752E-62CC-85CE-BB5A-22DE17BBF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5FAFC7-34E9-DE9F-9177-FCBEFA756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D1B9B-F4BD-B65B-CD52-59DAB999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915523-FA1D-C0FF-42DB-AC73F1638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9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E34DB8-5D7D-948A-4D1C-E64DA7F84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8EB7F8-C427-7699-F7F7-508C58A05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3ADD9B-5C66-EBC6-FCF0-3F16755A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DC5FC-FDE9-3AF6-E25F-CC4593B8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7F7CB-C2B3-6EBE-E80B-038432FD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442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944894-4B93-AD7D-A1C1-8772F127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FACF1C-2579-D31A-65BF-FADC053FE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378F20-3E0B-5FAE-CE62-DC548A232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A5B0F-73EC-4B2F-81EC-E1D5973A669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0DCFC-6179-41ED-903B-2F6DA7C9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98F45E-297E-0790-3443-85871B365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39F6-61A1-4CA9-96A6-F2F0352F8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16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8F51FCF0-00AF-3C80-5F2A-CB892012845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81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wuya zhong</dc:creator>
  <cp:lastModifiedBy>wuya zhong</cp:lastModifiedBy>
  <cp:revision>1</cp:revision>
  <dcterms:created xsi:type="dcterms:W3CDTF">2026-08-19T04:52:18Z</dcterms:created>
  <dcterms:modified xsi:type="dcterms:W3CDTF">2026-08-19T04:52:18Z</dcterms:modified>
</cp:coreProperties>
</file>